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090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72" d="100"/>
          <a:sy n="172" d="100"/>
        </p:scale>
        <p:origin x="126" y="12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56B2E-EFF3-4F01-96CB-1BA5847B4C70}" type="datetimeFigureOut">
              <a:rPr lang="ru-RU" smtClean="0"/>
              <a:pPr/>
              <a:t>23.03.2022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1B5A-151E-4D4D-8045-1BC764D139C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56B2E-EFF3-4F01-96CB-1BA5847B4C70}" type="datetimeFigureOut">
              <a:rPr lang="ru-RU" smtClean="0"/>
              <a:pPr/>
              <a:t>23.03.2022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1B5A-151E-4D4D-8045-1BC764D139C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56B2E-EFF3-4F01-96CB-1BA5847B4C70}" type="datetimeFigureOut">
              <a:rPr lang="ru-RU" smtClean="0"/>
              <a:pPr/>
              <a:t>23.03.2022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1B5A-151E-4D4D-8045-1BC764D139C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56B2E-EFF3-4F01-96CB-1BA5847B4C70}" type="datetimeFigureOut">
              <a:rPr lang="ru-RU" smtClean="0"/>
              <a:pPr/>
              <a:t>23.03.2022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1B5A-151E-4D4D-8045-1BC764D139C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56B2E-EFF3-4F01-96CB-1BA5847B4C70}" type="datetimeFigureOut">
              <a:rPr lang="ru-RU" smtClean="0"/>
              <a:pPr/>
              <a:t>23.03.2022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1B5A-151E-4D4D-8045-1BC764D139C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56B2E-EFF3-4F01-96CB-1BA5847B4C70}" type="datetimeFigureOut">
              <a:rPr lang="ru-RU" smtClean="0"/>
              <a:pPr/>
              <a:t>23.03.2022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1B5A-151E-4D4D-8045-1BC764D139C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56B2E-EFF3-4F01-96CB-1BA5847B4C70}" type="datetimeFigureOut">
              <a:rPr lang="ru-RU" smtClean="0"/>
              <a:pPr/>
              <a:t>23.03.2022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1B5A-151E-4D4D-8045-1BC764D139C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56B2E-EFF3-4F01-96CB-1BA5847B4C70}" type="datetimeFigureOut">
              <a:rPr lang="ru-RU" smtClean="0"/>
              <a:pPr/>
              <a:t>23.03.2022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1B5A-151E-4D4D-8045-1BC764D139C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56B2E-EFF3-4F01-96CB-1BA5847B4C70}" type="datetimeFigureOut">
              <a:rPr lang="ru-RU" smtClean="0"/>
              <a:pPr/>
              <a:t>23.03.2022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1B5A-151E-4D4D-8045-1BC764D139C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56B2E-EFF3-4F01-96CB-1BA5847B4C70}" type="datetimeFigureOut">
              <a:rPr lang="ru-RU" smtClean="0"/>
              <a:pPr/>
              <a:t>23.03.2022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1B5A-151E-4D4D-8045-1BC764D139C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56B2E-EFF3-4F01-96CB-1BA5847B4C70}" type="datetimeFigureOut">
              <a:rPr lang="ru-RU" smtClean="0"/>
              <a:pPr/>
              <a:t>23.03.2022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1B5A-151E-4D4D-8045-1BC764D139C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56B2E-EFF3-4F01-96CB-1BA5847B4C70}" type="datetimeFigureOut">
              <a:rPr lang="ru-RU" smtClean="0"/>
              <a:pPr/>
              <a:t>23.03.2022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D1B5A-151E-4D4D-8045-1BC764D139C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erik.geghamyan@mail.ru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5794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chemeClr val="bg1">
                    <a:lumMod val="85000"/>
                  </a:schemeClr>
                </a:solidFill>
              </a:rPr>
              <a:t>Erik </a:t>
            </a:r>
            <a:r>
              <a:rPr lang="en-US" sz="4000" dirty="0" err="1" smtClean="0">
                <a:solidFill>
                  <a:schemeClr val="bg1">
                    <a:lumMod val="85000"/>
                  </a:schemeClr>
                </a:solidFill>
              </a:rPr>
              <a:t>Geghamyan</a:t>
            </a:r>
            <a:endParaRPr lang="ru-RU" sz="4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Подзаголовок 6"/>
          <p:cNvSpPr>
            <a:spLocks noGrp="1"/>
          </p:cNvSpPr>
          <p:nvPr>
            <p:ph idx="1"/>
          </p:nvPr>
        </p:nvSpPr>
        <p:spPr>
          <a:xfrm>
            <a:off x="0" y="1000108"/>
            <a:ext cx="4857752" cy="5286412"/>
          </a:xfrm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Personal information       </a:t>
            </a:r>
            <a:endParaRPr lang="hy-AM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hy-AM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+37496901517</a:t>
            </a:r>
          </a:p>
          <a:p>
            <a:pPr>
              <a:buNone/>
            </a:pP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hy-AM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+37498236806</a:t>
            </a:r>
            <a:endParaRPr lang="en-US" sz="24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None/>
            </a:pP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hlinkClick r:id="rId2"/>
              </a:rPr>
              <a:t>      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hlinkClick r:id="rId2"/>
              </a:rPr>
              <a:t>erik.geghamyan@mail.ru</a:t>
            </a:r>
            <a:endParaRPr lang="en-US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None/>
            </a:pPr>
            <a:r>
              <a:rPr lang="en-US" sz="2400" dirty="0" smtClean="0"/>
              <a:t>       </a:t>
            </a:r>
            <a:r>
              <a:rPr lang="en-US" sz="2400" dirty="0" err="1" smtClean="0"/>
              <a:t>Gavar</a:t>
            </a:r>
            <a:r>
              <a:rPr lang="en-US" sz="2400" dirty="0" smtClean="0"/>
              <a:t>, Republic of Armenia</a:t>
            </a:r>
          </a:p>
          <a:p>
            <a:pPr>
              <a:buNone/>
            </a:pP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November 06, 2006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Текст 20"/>
          <p:cNvSpPr>
            <a:spLocks noGrp="1"/>
          </p:cNvSpPr>
          <p:nvPr>
            <p:ph type="body" sz="half" idx="2"/>
          </p:nvPr>
        </p:nvSpPr>
        <p:spPr>
          <a:xfrm flipH="1">
            <a:off x="4500558" y="857231"/>
            <a:ext cx="3643337" cy="4214843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00B050"/>
                </a:solidFill>
              </a:rPr>
              <a:t>Summary</a:t>
            </a:r>
          </a:p>
          <a:p>
            <a:pPr algn="ctr"/>
            <a:r>
              <a:rPr lang="en-US" sz="2600" dirty="0" smtClean="0"/>
              <a:t>I’m a Junior web developer</a:t>
            </a:r>
          </a:p>
          <a:p>
            <a:pPr algn="ctr"/>
            <a:r>
              <a:rPr lang="en-US" sz="2600" dirty="0" smtClean="0"/>
              <a:t> from Armenia</a:t>
            </a:r>
            <a:endParaRPr lang="ru-RU" sz="2600" dirty="0">
              <a:solidFill>
                <a:srgbClr val="00B050"/>
              </a:solidFill>
            </a:endParaRPr>
          </a:p>
        </p:txBody>
      </p:sp>
      <p:pic>
        <p:nvPicPr>
          <p:cNvPr id="14" name="Рисунок 13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44" y="1785926"/>
            <a:ext cx="285752" cy="285753"/>
          </a:xfrm>
          <a:prstGeom prst="rect">
            <a:avLst/>
          </a:prstGeom>
        </p:spPr>
      </p:pic>
      <p:pic>
        <p:nvPicPr>
          <p:cNvPr id="17" name="Рисунок 16" descr="3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2714620"/>
            <a:ext cx="571472" cy="285752"/>
          </a:xfrm>
          <a:prstGeom prst="rect">
            <a:avLst/>
          </a:prstGeom>
        </p:spPr>
      </p:pic>
      <p:pic>
        <p:nvPicPr>
          <p:cNvPr id="18" name="Рисунок 17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44" y="2214554"/>
            <a:ext cx="285752" cy="285753"/>
          </a:xfrm>
          <a:prstGeom prst="rect">
            <a:avLst/>
          </a:prstGeom>
        </p:spPr>
      </p:pic>
      <p:pic>
        <p:nvPicPr>
          <p:cNvPr id="19" name="Рисунок 18" descr="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44" y="3071810"/>
            <a:ext cx="294910" cy="357190"/>
          </a:xfrm>
          <a:prstGeom prst="rect">
            <a:avLst/>
          </a:prstGeom>
        </p:spPr>
      </p:pic>
      <p:pic>
        <p:nvPicPr>
          <p:cNvPr id="20" name="Рисунок 19" descr="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29000"/>
            <a:ext cx="500034" cy="4286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l"/>
            <a:r>
              <a:rPr lang="en-US" sz="5400" dirty="0">
                <a:solidFill>
                  <a:srgbClr val="E5090E"/>
                </a:solidFill>
              </a:rPr>
              <a:t> </a:t>
            </a:r>
            <a:r>
              <a:rPr lang="en-US" sz="5400" dirty="0" smtClean="0">
                <a:solidFill>
                  <a:srgbClr val="E5090E"/>
                </a:solidFill>
              </a:rPr>
              <a:t>     </a:t>
            </a:r>
            <a:r>
              <a:rPr lang="en-US" sz="5400" dirty="0" smtClean="0">
                <a:solidFill>
                  <a:srgbClr val="00B050"/>
                </a:solidFill>
              </a:rPr>
              <a:t>Skills</a:t>
            </a:r>
          </a:p>
          <a:p>
            <a:pPr algn="l"/>
            <a:r>
              <a:rPr lang="en-US" sz="5400" dirty="0" smtClean="0">
                <a:solidFill>
                  <a:schemeClr val="bg1">
                    <a:lumMod val="95000"/>
                  </a:schemeClr>
                </a:solidFill>
              </a:rPr>
              <a:t>     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HTML/CSS                                           90%</a:t>
            </a:r>
          </a:p>
          <a:p>
            <a:pPr algn="l"/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         SCSS/SASS                                           60%</a:t>
            </a:r>
          </a:p>
          <a:p>
            <a:pPr algn="l"/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         JavaScript                                           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7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0%</a:t>
            </a:r>
          </a:p>
          <a:p>
            <a:pPr algn="l"/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         React                                                     60%</a:t>
            </a:r>
          </a:p>
          <a:p>
            <a:pPr algn="l"/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         Flex/Grid                                               80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% </a:t>
            </a:r>
          </a:p>
          <a:p>
            <a:pPr algn="l"/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n-US" dirty="0" err="1" smtClean="0">
                <a:solidFill>
                  <a:schemeClr val="bg1">
                    <a:lumMod val="95000"/>
                  </a:schemeClr>
                </a:solidFill>
              </a:rPr>
              <a:t>Git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/</a:t>
            </a:r>
            <a:r>
              <a:rPr lang="en-US" dirty="0" err="1" smtClean="0">
                <a:solidFill>
                  <a:schemeClr val="bg1">
                    <a:lumMod val="95000"/>
                  </a:schemeClr>
                </a:solidFill>
              </a:rPr>
              <a:t>Github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                                             70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%</a:t>
            </a:r>
            <a:endParaRPr lang="en-US" dirty="0" smtClean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714612" y="1428736"/>
            <a:ext cx="3571900" cy="2857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2714612" y="1428736"/>
            <a:ext cx="3357586" cy="28575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2714612" y="2071678"/>
            <a:ext cx="3571900" cy="28575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2714612" y="3214686"/>
            <a:ext cx="3571900" cy="28575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2714612" y="3857628"/>
            <a:ext cx="3571900" cy="28575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2714612" y="2714620"/>
            <a:ext cx="3571900" cy="28575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714612" y="3214686"/>
            <a:ext cx="2357454" cy="28575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2714612" y="2714620"/>
            <a:ext cx="2714644" cy="28575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2714612" y="2071678"/>
            <a:ext cx="2357454" cy="28575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2714612" y="3857628"/>
            <a:ext cx="3143272" cy="28575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2714612" y="4429132"/>
            <a:ext cx="3571900" cy="28575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2714612" y="4429132"/>
            <a:ext cx="2714644" cy="28575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500174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l"/>
            <a:r>
              <a:rPr lang="en-US" sz="5400" dirty="0" smtClean="0">
                <a:solidFill>
                  <a:srgbClr val="00B050"/>
                </a:solidFill>
              </a:rPr>
              <a:t>Soft</a:t>
            </a:r>
            <a:r>
              <a:rPr lang="en-US" sz="5400" dirty="0" smtClean="0"/>
              <a:t> </a:t>
            </a:r>
            <a:r>
              <a:rPr lang="en-US" sz="5400" dirty="0" smtClean="0">
                <a:solidFill>
                  <a:srgbClr val="00B050"/>
                </a:solidFill>
              </a:rPr>
              <a:t>Skills </a:t>
            </a:r>
            <a:endParaRPr lang="ru-RU" sz="5400" dirty="0">
              <a:solidFill>
                <a:srgbClr val="00B05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5357826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ability to learn fast</a:t>
            </a:r>
            <a:endParaRPr lang="hy-AM" dirty="0"/>
          </a:p>
          <a:p>
            <a:r>
              <a:rPr lang="en-US" dirty="0"/>
              <a:t>Purposeful</a:t>
            </a:r>
            <a:endParaRPr lang="hy-AM" dirty="0"/>
          </a:p>
          <a:p>
            <a:r>
              <a:rPr lang="en-US" dirty="0"/>
              <a:t>positive attitude</a:t>
            </a:r>
            <a:endParaRPr lang="hy-AM" dirty="0"/>
          </a:p>
          <a:p>
            <a:r>
              <a:rPr lang="en-US" dirty="0"/>
              <a:t>Teamwork</a:t>
            </a:r>
            <a:endParaRPr lang="hy-AM" dirty="0"/>
          </a:p>
          <a:p>
            <a:r>
              <a:rPr lang="en-US" dirty="0"/>
              <a:t>Problem Solving </a:t>
            </a:r>
            <a:endParaRPr lang="hy-AM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215470" cy="1714488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5400" dirty="0" smtClean="0"/>
              <a:t>Languages</a:t>
            </a:r>
            <a:endParaRPr lang="ru-RU" sz="5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sz="4800" dirty="0" smtClean="0"/>
              <a:t>Armenia                               </a:t>
            </a:r>
            <a:r>
              <a:rPr lang="en-US" dirty="0" smtClean="0"/>
              <a:t>  90%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sz="4800" dirty="0" smtClean="0"/>
              <a:t>Russian</a:t>
            </a:r>
            <a:r>
              <a:rPr lang="en-US" dirty="0" smtClean="0"/>
              <a:t>                                                     40%</a:t>
            </a:r>
          </a:p>
          <a:p>
            <a:pPr>
              <a:buNone/>
            </a:pPr>
            <a:r>
              <a:rPr lang="en-US" sz="4800" dirty="0" smtClean="0"/>
              <a:t> English                                    </a:t>
            </a:r>
            <a:r>
              <a:rPr lang="en-US" dirty="0" smtClean="0"/>
              <a:t>20%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000364" y="3500438"/>
            <a:ext cx="3571900" cy="2857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3071802" y="4357694"/>
            <a:ext cx="3571900" cy="2857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3000364" y="2571744"/>
            <a:ext cx="3571900" cy="2857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000364" y="2571744"/>
            <a:ext cx="3071834" cy="28575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3000364" y="3500438"/>
            <a:ext cx="1571636" cy="28575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3071802" y="4357694"/>
            <a:ext cx="714380" cy="28575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Education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429264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pPr>
              <a:buNone/>
            </a:pPr>
            <a:r>
              <a:rPr lang="en-US" b="1" dirty="0" smtClean="0"/>
              <a:t>    </a:t>
            </a:r>
            <a:r>
              <a:rPr lang="en-US" b="1" dirty="0" err="1" smtClean="0"/>
              <a:t>Luseen</a:t>
            </a:r>
            <a:r>
              <a:rPr lang="en-US" b="1" dirty="0" smtClean="0"/>
              <a:t> </a:t>
            </a:r>
            <a:r>
              <a:rPr lang="en-US" b="1" dirty="0"/>
              <a:t>Technologies </a:t>
            </a:r>
            <a:r>
              <a:rPr lang="en-US" b="1" dirty="0" smtClean="0"/>
              <a:t>,</a:t>
            </a:r>
          </a:p>
          <a:p>
            <a:pPr>
              <a:buNone/>
            </a:pPr>
            <a:r>
              <a:rPr lang="en-US" b="1" dirty="0" smtClean="0"/>
              <a:t> </a:t>
            </a:r>
            <a:r>
              <a:rPr lang="en-US" b="1" dirty="0" err="1"/>
              <a:t>Gavar</a:t>
            </a:r>
            <a:r>
              <a:rPr lang="en-US" b="1" dirty="0"/>
              <a:t> Armenia -Certification</a:t>
            </a:r>
          </a:p>
          <a:p>
            <a:pPr>
              <a:buNone/>
            </a:pPr>
            <a:r>
              <a:rPr lang="en-US" dirty="0" smtClean="0"/>
              <a:t>   July2021-December2021</a:t>
            </a:r>
            <a:endParaRPr lang="en-US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96</Words>
  <Application>Microsoft Office PowerPoint</Application>
  <PresentationFormat>Экран (4:3)</PresentationFormat>
  <Paragraphs>33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Erik Geghamyan</vt:lpstr>
      <vt:lpstr>Слайд 2</vt:lpstr>
      <vt:lpstr>Soft Skills </vt:lpstr>
      <vt:lpstr>Languages</vt:lpstr>
      <vt:lpstr>Education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Գեղամյան Էրիկ</dc:title>
  <dc:creator>erik geghamyan</dc:creator>
  <cp:lastModifiedBy>erik geghamyan</cp:lastModifiedBy>
  <cp:revision>9</cp:revision>
  <dcterms:created xsi:type="dcterms:W3CDTF">2022-03-23T11:00:52Z</dcterms:created>
  <dcterms:modified xsi:type="dcterms:W3CDTF">2022-03-23T12:11:57Z</dcterms:modified>
</cp:coreProperties>
</file>